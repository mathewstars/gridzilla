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b963a0-6608-fe43-fc21-5eed26ffab82}">
          <p14:sldIdLst>
            <p14:sldId id="256"/>
          </p14:sldIdLst>
        </p14:section>
        <p14:section name="Why" id="{d442a1ad-ab6b-341c-8779-1ecb40835b75}">
          <p14:sldIdLst>
            <p14:sldId id="257"/>
          </p14:sldIdLst>
        </p14:section>
        <p14:section name="What" id="{bed23466-8cb6-253c-8a3e-26813ce4ac91}">
          <p14:sldIdLst>
            <p14:sldId id="258"/>
          </p14:sldIdLst>
        </p14:section>
        <p14:section name="Demo" id="{74bd4345-e79c-8866-1409-0afd11fa58c6}">
          <p14:sldIdLst>
            <p14:sldId id="260"/>
          </p14:sldIdLst>
        </p14:section>
        <p14:section name="Close" id="{7013f5e5-a2b9-c7f8-9b8a-25a5a4aa14e5}">
          <p14:sldIdLst>
            <p14:sldId id="262"/>
          </p14:sldIdLst>
        </p14:section>
        <p14:section name="Appendix" id="{aa0508e9-e2dd-01be-8e2d-1c60ef07850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After the hard cut,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signed message. The operator says: this street, next three hours, take at most three kilowatts per house. Never discharge now, never a setting. The house decides how: battery first, car second, hot water third. The owner can always say no. If the operator goes silent, every house is back to normal in two minutes. The smart meter sees whether the house kept the limit, and that is what gets paid. An AI proposes every fifteen minutes, thirty lines of rules decide, the platform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2026-10-24T14:08:53Z</dcterms:created>
  <dcterms:modified xsi:type="dcterms:W3CDTF">2026-10-24T14:08:53Z</dcterms:modified>
</cp:coreProperties>
</file>