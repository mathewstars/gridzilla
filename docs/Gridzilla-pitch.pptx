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4a" ContentType="audio/m4a"/>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f7a16a9-a96c-4a02-1bd3-742946ad5373}">
          <p14:sldIdLst>
            <p14:sldId id="256"/>
          </p14:sldIdLst>
        </p14:section>
        <p14:section name="Why" id="{c51585fa-bc30-e42e-0cb5-3f446e4485c5}">
          <p14:sldIdLst>
            <p14:sldId id="257"/>
          </p14:sldIdLst>
        </p14:section>
        <p14:section name="What" id="{3a596f7c-0fc8-a157-0983-3a323be7059d}">
          <p14:sldIdLst>
            <p14:sldId id="258"/>
          </p14:sldIdLst>
        </p14:section>
        <p14:section name="Demo" id="{5a054cfa-eb60-2e28-2af0-86a522f41e5f}">
          <p14:sldIdLst>
            <p14:sldId id="260"/>
          </p14:sldIdLst>
        </p14:section>
        <p14:section name="Close" id="{e348c19e-a9c1-f286-5591-ccfde031d52d}">
          <p14:sldIdLst>
            <p14:sldId id="262"/>
          </p14:sldIdLst>
        </p14:section>
        <p14:section name="Appendix" id="{2fad0d07-1f15-83dc-d18e-4dd0ecd0550a}">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Click the speaker icon top right the moment the slide is up: 30 seconds of trailer, say nothing, let it land. After the hard cut, one line, deadpan: Now you probably wonder what the monster really is. Then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0:30-1:00. Three numbers, then the three failure modes. The point: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1:00-1:45. Walk the chain left to right. Stress: limits not setpoints, owner wins, device enforces time bounds itself, settlement on the 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1:45-2:30. Gridzilla eats peaks. Every street, every evening. At six the cars come home and the transformer would go to a hundred and ten percent. With Gridzilla it stays at seventy. The cars still charge, just not all at dinner: a car plugged in at six trickles through the evening and fills up at two in the morning, full by seven. The batteries eat the dinner spike. The sun at noon goes into the batteries instead of the feeder. Nobody at home notices. And the operator never buys that bigger transformer. Planned every two hours from the real weather forecast, for the whole city, by thirty lines of code, not by the AI. If asked how: valley filling, the textbook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2:30-4:00. Alt-tab: deck, Gridzilla board, VRM. Pin Blatnica before the SUPPORT step so the curve stays on our transformer. VRM is the independent witness: Victron's own portal showing the setpoint change. If the venue network dies, show the recorded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4:00-4:30. Say it before the jury asks: the signal path and the algorithm are real, the fleet is simulated, and the counterfactual is honest: same cars, same batteries, realistic charging coincidence. The street numbers sit inside published pilots; the city number is that times 2,184 enrolled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The ask is a transformer to pilot on. Stop talking,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4a"/><Relationship Id="rId2" Type="http://schemas.microsoft.com/office/2007/relationships/media" Target="../media/media-1-1.m4a"/><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grid operator's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simple message from the grid operator to home batteries, cars and heat pumps: how much the house may take or give, and for how long.</a:t>
            </a:r>
            <a:endParaRPr lang="en-US" sz="2200" dirty="0"/>
          </a:p>
          <a:p>
            <a:pPr algn="l" indent="0" marL="0">
              <a:buNone/>
            </a:pPr>
            <a:r>
              <a:rPr lang="en-US" sz="2200" dirty="0">
                <a:solidFill>
                  <a:schemeClr val="tx2"/>
                </a:solidFill>
              </a:rPr>
              <a:t>An AI runs the grid, a real plant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jingl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000232" y="365760"/>
            <a:ext cx="640080" cy="640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is in people's basements. The grid cannot use any of it</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signals from a grid operator to home batteries in Slovakia today. The one pilot helped the national grid, not the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the operator may dim a new charger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outage schedule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 transformer past what it can carry; the operator can only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everyone exports at once, the voltage rises, new solar connections are refused or capped for a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it out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message from the grid operator to every house, on whatever path the maker of the box prefers</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 OPERATOR</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or a district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signs the message, addresses one street or one district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MESSAGE BUS</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delivers it, has no authority of its own</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signature, applies the owner's own limits,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on the meter,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names a limit for the whole house: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owner's own limits always win: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expires by itself, on the platform and again in the house. If the operator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on the meter: did the house stay under the limit in each 15-minute interval, yes or no, on the operator's own smart meter.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share of transformer capacity: 23.7 → 13.4 MW, planned for tonight</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Batteries eat the dinner spike, the noon sun charges them,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Ninety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street transformers, 272 households live, one of them real; with and without Gridzilla</a:t>
            </a:r>
            <a:endParaRPr lang="en-US" sz="1250" dirty="0"/>
          </a:p>
          <a:p>
            <a:pPr marL="342900" indent="-342900">
              <a:spcAft>
                <a:spcPts val="600"/>
              </a:spcAft>
              <a:buSzPct val="100000"/>
              <a:buChar char="•"/>
            </a:pPr>
            <a:r>
              <a:rPr lang="en-US" sz="1250" dirty="0">
                <a:solidFill>
                  <a:schemeClr val="tx1"/>
                </a:solidFill>
              </a:rPr>
              <a:t>Board: the AI's last decision: what it saw, what it chose, the rule check, the signed message</a:t>
            </a:r>
            <a:endParaRPr lang="en-US" sz="1250" dirty="0"/>
          </a:p>
          <a:p>
            <a:pPr marL="342900" indent="-342900">
              <a:spcAft>
                <a:spcPts val="600"/>
              </a:spcAft>
              <a:buSzPct val="100000"/>
              <a:buChar char="•"/>
            </a:pPr>
            <a:r>
              <a:rPr lang="en-US" sz="1250" dirty="0">
                <a:solidFill>
                  <a:schemeClr val="tx1"/>
                </a:solidFill>
              </a:rPr>
              <a:t>Board, Flattening tab: tonight's plan for Vienna, then for one street</a:t>
            </a:r>
            <a:endParaRPr lang="en-US" sz="1250" dirty="0"/>
          </a:p>
          <a:p>
            <a:pPr marL="342900" indent="-342900">
              <a:spcAft>
                <a:spcPts val="600"/>
              </a:spcAft>
              <a:buSzPct val="100000"/>
              <a:buChar char="•"/>
            </a:pPr>
            <a:r>
              <a:rPr lang="en-US" sz="1250" dirty="0">
                <a:solidFill>
                  <a:schemeClr val="tx1"/>
                </a:solidFill>
              </a:rPr>
              <a:t>Board, pin Blatnica: the real plant live, last reply verified</a:t>
            </a:r>
            <a:endParaRPr lang="en-US" sz="1250" dirty="0"/>
          </a:p>
          <a:p>
            <a:pPr marL="342900" indent="-342900">
              <a:spcAft>
                <a:spcPts val="600"/>
              </a:spcAft>
              <a:buSzPct val="100000"/>
              <a:buChar char="•"/>
            </a:pPr>
            <a:r>
              <a:rPr lang="en-US" sz="1250" dirty="0">
                <a:solidFill>
                  <a:schemeClr val="tx1"/>
                </a:solidFill>
              </a:rPr>
              <a:t>Board: pause the operator's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simulated,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whole path: a signed message goes out, a Victron plant and a Viessmann heat pump react, verified replies come back</a:t>
            </a:r>
            <a:endParaRPr lang="en-US" sz="1250" dirty="0"/>
          </a:p>
          <a:p>
            <a:pPr marL="342900" indent="-342900">
              <a:spcAft>
                <a:spcPts val="600"/>
              </a:spcAft>
              <a:buSzPct val="100000"/>
              <a:buChar char="•"/>
            </a:pPr>
            <a:r>
              <a:rPr lang="en-US" sz="1250" dirty="0">
                <a:solidFill>
                  <a:schemeClr val="tx1"/>
                </a:solidFill>
              </a:rPr>
              <a:t>The planning and the rule check, running on the fleet every two hours</a:t>
            </a:r>
            <a:endParaRPr lang="en-US" sz="1250" dirty="0"/>
          </a:p>
          <a:p>
            <a:pPr marL="342900" indent="-342900">
              <a:spcAft>
                <a:spcPts val="600"/>
              </a:spcAft>
              <a:buSzPct val="100000"/>
              <a:buChar char="•"/>
            </a:pPr>
            <a:r>
              <a:rPr lang="en-US" sz="1250" dirty="0">
                <a:solidFill>
                  <a:schemeClr val="tx1"/>
                </a:solidFill>
              </a:rPr>
              <a:t>Measured on streets with cars: 18 to 31 % off the evening peak, in line with published smart-charging and home-battery trials (3 to 6 kW per car, 1 to 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SIMULATED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houses with a 10 to 25 kWh battery, 1,190 of them with an 11 kW charger needing 6 to 26 kWh a night</a:t>
            </a:r>
            <a:endParaRPr lang="en-US" sz="1250" dirty="0"/>
          </a:p>
          <a:p>
            <a:pPr marL="342900" indent="-342900">
              <a:spcAft>
                <a:spcPts val="600"/>
              </a:spcAft>
              <a:buSzPct val="100000"/>
              <a:buChar char="•"/>
            </a:pPr>
            <a:r>
              <a:rPr lang="en-US" sz="1250" dirty="0">
                <a:solidFill>
                  <a:schemeClr val="tx1"/>
                </a:solidFill>
              </a:rPr>
              <a:t>The "without" curve is the same houses left alone: a car charges on 55 % of nights, people come home over three hours, full power until full. Nothing inflated</a:t>
            </a:r>
            <a:endParaRPr lang="en-US" sz="1250" dirty="0"/>
          </a:p>
          <a:p>
            <a:pPr marL="342900" indent="-342900">
              <a:spcAft>
                <a:spcPts val="600"/>
              </a:spcAft>
              <a:buSzPct val="100000"/>
              <a:buChar char="•"/>
            </a:pPr>
            <a:r>
              <a:rPr lang="en-US" sz="1250" dirty="0">
                <a:solidFill>
                  <a:schemeClr val="tx1"/>
                </a:solidFill>
              </a:rPr>
              <a:t>These houses carry about 30 % of a street's evening load: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maker, a grid operator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tied to the meter and the operator's login: two weeks. A GoodWe version on our own plant: one week.</a:t>
            </a:r>
            <a:endParaRPr lang="en-US" sz="2200" dirty="0"/>
          </a:p>
          <a:p>
            <a:pPr algn="l" indent="0" marL="0">
              <a:buNone/>
            </a:pPr>
            <a:r>
              <a:rPr lang="en-US" sz="2200" dirty="0">
                <a:solidFill>
                  <a:schemeClr val="tx2"/>
                </a:solidFill>
              </a:rPr>
              <a:t>A ten-house pilot with a Slovak or Austrian grid operator on one real street transformer, this winter.</a:t>
            </a:r>
            <a:endParaRPr lang="en-US" sz="2200" dirty="0"/>
          </a:p>
          <a:p>
            <a:pPr algn="l" indent="0" marL="0">
              <a:buNone/>
            </a:pPr>
            <a:r>
              <a:rPr lang="en-US" sz="2200" dirty="0">
                <a:solidFill>
                  <a:schemeClr val="tx2"/>
                </a:solidFill>
              </a:rPr>
              <a:t>The vision: streets that keep their lights on from their own batteries when the line is gone, sharing fairly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2026-10-24T13:33:43Z</dcterms:created>
  <dcterms:modified xsi:type="dcterms:W3CDTF">2026-10-24T13:33:43Z</dcterms:modified>
</cp:coreProperties>
</file>