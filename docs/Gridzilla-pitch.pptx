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98b6fd-91b9-184f-8fce-0ff0727da1a1}">
          <p14:sldIdLst>
            <p14:sldId id="256"/>
          </p14:sldIdLst>
        </p14:section>
        <p14:section name="Why" id="{ba2bbb80-4d95-9754-e05b-e085ad34b3cb}">
          <p14:sldIdLst>
            <p14:sldId id="257"/>
          </p14:sldIdLst>
        </p14:section>
        <p14:section name="What" id="{ac909192-26cc-3494-6419-bf2e032a284d}">
          <p14:sldIdLst>
            <p14:sldId id="258"/>
          </p14:sldIdLst>
        </p14:section>
        <p14:section name="Demo" id="{52f58ae2-e9bc-177f-dbb6-48647dfb18a8}">
          <p14:sldIdLst>
            <p14:sldId id="260"/>
          </p14:sldIdLst>
        </p14:section>
        <p14:section name="Close" id="{68309e0f-e3a2-dd61-663f-021df818945b}">
          <p14:sldIdLst>
            <p14:sldId id="262"/>
          </p14:sldIdLst>
        </p14:section>
        <p14:section name="Appendix" id="{d3f978c4-9700-d848-4ba9-3591c58ae2f0}">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2026-10-24T16:11:08Z</dcterms:created>
  <dcterms:modified xsi:type="dcterms:W3CDTF">2026-10-24T16:11:08Z</dcterms:modified>
</cp:coreProperties>
</file>