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c6cd9d-3085-8c94-5ae5-63ead723e2cd}">
          <p14:sldIdLst>
            <p14:sldId id="256"/>
          </p14:sldIdLst>
        </p14:section>
        <p14:section name="Why" id="{bf61c389-3c5b-4c4f-a7ad-3a9f1a51a451}">
          <p14:sldIdLst>
            <p14:sldId id="257"/>
          </p14:sldIdLst>
        </p14:section>
        <p14:section name="What" id="{728217c1-208f-fd65-9a80-2fcdb7f29d87}">
          <p14:sldIdLst>
            <p14:sldId id="258"/>
          </p14:sldIdLst>
        </p14:section>
        <p14:section name="Demo" id="{b2fbbe2c-d6e3-5287-13f6-06d694910981}">
          <p14:sldIdLst>
            <p14:sldId id="260"/>
          </p14:sldIdLst>
        </p14:section>
        <p14:section name="Close" id="{a8d08dc9-afa3-e5c7-c625-6d797eefc15e}">
          <p14:sldIdLst>
            <p14:sldId id="262"/>
          </p14:sldIdLst>
        </p14:section>
        <p14:section name="Appendix" id="{ae5e7d69-1916-e1bf-d378-317ae423ddf9}">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2026-10-24T16:25:10Z</dcterms:created>
  <dcterms:modified xsi:type="dcterms:W3CDTF">2026-10-24T16:25:10Z</dcterms:modified>
</cp:coreProperties>
</file>