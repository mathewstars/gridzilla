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c6cd9d-3085-8c94-5ae5-63ead723e2cd}">
          <p14:sldIdLst>
            <p14:sldId id="256"/>
          </p14:sldIdLst>
        </p14:section>
        <p14:section name="Why" id="{bf61c389-3c5b-4c4f-a7ad-3a9f1a51a451}">
          <p14:sldIdLst>
            <p14:sldId id="257"/>
          </p14:sldIdLst>
        </p14:section>
        <p14:section name="What" id="{728217c1-208f-fd65-9a80-2fcdb7f29d87}">
          <p14:sldIdLst>
            <p14:sldId id="258"/>
          </p14:sldIdLst>
        </p14:section>
        <p14:section name="Demo" id="{b2fbbe2c-d6e3-5287-13f6-06d694910981}">
          <p14:sldIdLst>
            <p14:sldId id="260"/>
          </p14:sldIdLst>
        </p14:section>
        <p14:section name="Close" id="{a8d08dc9-afa3-e5c7-c625-6d797eefc15e}">
          <p14:sldIdLst>
            <p14:sldId id="262"/>
          </p14:sldIdLst>
        </p14:section>
        <p14:section name="Appendix" id="{ae5e7d69-1916-e1bf-d378-317ae423ddf9}">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The trailer covers the whole slide: click it the moment the slide is up, it plays full screen with the jingle, 32 seconds, say nothing. When it fades to black,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message does the whole job. This street, next three hours, take at most three kilowatts per house. Every house under it reads the same line: the Victron, the GoodWe, the Viessmann, the car charger. Each one sorts it out by itself: battery first, car second, hot water third. Same message at noon: give at most two, and the sun goes into the batteries instead of the feeder. Same message after an outage: be full by seven, and the street refills without a second blackout. The operator only ever sends a limit, never a command, which is why an operator can sign up for it tomorrow. An AI writes the message every fifteen minutes, thirty lines of rules check it, the platform signs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monster that eats peaks.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short message to the batteries, cars and heat pumps on a street: how much each house may take or give, and until when.</a:t>
            </a:r>
            <a:endParaRPr lang="en-US" sz="2200" dirty="0"/>
          </a:p>
          <a:p>
            <a:pPr algn="l" indent="0" marL="0">
              <a:buNone/>
            </a:pPr>
            <a:r>
              <a:rPr lang="en-US" sz="2200" dirty="0">
                <a:solidFill>
                  <a:schemeClr val="tx2"/>
                </a:solidFill>
              </a:rPr>
              <a:t>An AI writes the message, a real house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trail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biggest battery sits in people's basements. Nobody can use it when it matters</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messages reach home batteries in Slovakia today. The one pilot helped the national grid, not your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a new charger may be dimmed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blackout timetable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street's transformer past its limit. The only answers today: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 roof feeds in at once, the voltage climbs, and the next solar roof on the street is refused for a year</a:t>
            </a:r>
            <a:endParaRPr lang="en-US" sz="1500" dirty="0"/>
          </a:p>
          <a:p>
            <a:pPr marL="342900" indent="-342900">
              <a:spcAft>
                <a:spcPts val="600"/>
              </a:spcAft>
              <a:buSzPct val="100000"/>
              <a:buChar char="•"/>
            </a:pPr>
            <a:r>
              <a:rPr lang="en-US" sz="1500" dirty="0">
                <a:solidFill>
                  <a:schemeClr val="tx1"/>
                </a:solidFill>
              </a:rPr>
              <a:t>Blackout: when a transformer fails or the country runs short, every house is cut, including the ones with a full battery in the basement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message to every house on the street, whatever brand sits in the basement</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THE GRID</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stamps the message so nobody can fake it, sends it to that street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THE POST</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carries it, decides nothing</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THE HOUSE</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stamp, keeps the owner's own rules,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for the whole house,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is four words long: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 always wins: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runs out by itself. If the grid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by the meter: did the house stay under the limit, yes or no, every quarter hour.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36 %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off one street's dinner peak, measured tonight: 511 → 325 kW. Vienna with 2,000 houses: 5 MW off</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7:00</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every car full by then. Charging moves from dinner into the night, nobody notices</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bigger transformers to buy. Batteries eat the dinner spike, the noon sun fills them again</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one real house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60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Vienna: 72 street transformers, 272 households, one of them real. Blue with Gridzilla, grey without</a:t>
            </a:r>
            <a:endParaRPr lang="en-US" sz="1250" dirty="0"/>
          </a:p>
          <a:p>
            <a:pPr marL="342900" indent="-342900">
              <a:spcAft>
                <a:spcPts val="600"/>
              </a:spcAft>
              <a:buSzPct val="100000"/>
              <a:buChar char="•"/>
            </a:pPr>
            <a:r>
              <a:rPr lang="en-US" sz="1250" dirty="0">
                <a:solidFill>
                  <a:schemeClr val="tx1"/>
                </a:solidFill>
              </a:rPr>
              <a:t>The AI's last decision: what it saw, what it chose, the rule check, the stamped message</a:t>
            </a:r>
            <a:endParaRPr lang="en-US" sz="1250" dirty="0"/>
          </a:p>
          <a:p>
            <a:pPr marL="342900" indent="-342900">
              <a:spcAft>
                <a:spcPts val="600"/>
              </a:spcAft>
              <a:buSzPct val="100000"/>
              <a:buChar char="•"/>
            </a:pPr>
            <a:r>
              <a:rPr lang="en-US" sz="1250" dirty="0">
                <a:solidFill>
                  <a:schemeClr val="tx1"/>
                </a:solidFill>
              </a:rPr>
              <a:t>Only if ahead: tonight's plan for Vienna, then for one street</a:t>
            </a:r>
            <a:endParaRPr lang="en-US" sz="1250" dirty="0"/>
          </a:p>
          <a:p>
            <a:pPr marL="342900" indent="-342900">
              <a:spcAft>
                <a:spcPts val="600"/>
              </a:spcAft>
              <a:buSzPct val="100000"/>
              <a:buChar char="•"/>
            </a:pPr>
            <a:r>
              <a:rPr lang="en-US" sz="1250" dirty="0">
                <a:solidFill>
                  <a:schemeClr val="tx1"/>
                </a:solidFill>
              </a:rPr>
              <a:t>Blatnica: the real house live, battery, car, heat pump. Last reply checked</a:t>
            </a:r>
            <a:endParaRPr lang="en-US" sz="1250" dirty="0"/>
          </a:p>
          <a:p>
            <a:pPr marL="342900" indent="-342900">
              <a:spcAft>
                <a:spcPts val="600"/>
              </a:spcAft>
              <a:buSzPct val="100000"/>
              <a:buChar char="•"/>
            </a:pPr>
            <a:r>
              <a:rPr lang="en-US" sz="1250" dirty="0">
                <a:solidFill>
                  <a:schemeClr val="tx1"/>
                </a:solidFill>
              </a:rPr>
              <a:t>Pull the plug on the grid's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heat pumps shedding floor heating too: 16 to 36 %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One street to try it on, a second brand, a grid that wants the message</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through the meter: two weeks. A GoodWe version on our own house: one week.</a:t>
            </a:r>
            <a:endParaRPr lang="en-US" sz="2200" dirty="0"/>
          </a:p>
          <a:p>
            <a:pPr algn="l" indent="0" marL="0">
              <a:buNone/>
            </a:pPr>
            <a:r>
              <a:rPr lang="en-US" sz="2200" dirty="0">
                <a:solidFill>
                  <a:schemeClr val="tx2"/>
                </a:solidFill>
              </a:rPr>
              <a:t>Ten houses on one real street transformer, in Slovakia or Austria, this winter.</a:t>
            </a:r>
            <a:endParaRPr lang="en-US" sz="2200" dirty="0"/>
          </a:p>
          <a:p>
            <a:pPr algn="l" indent="0" marL="0">
              <a:buNone/>
            </a:pPr>
            <a:r>
              <a:rPr lang="en-US" sz="2200" dirty="0">
                <a:solidFill>
                  <a:schemeClr val="tx2"/>
                </a:solidFill>
              </a:rPr>
              <a:t>Then: streets that keep their lights on from their own batteries when the line is gone, sharing fairly by the same message.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and room +2 K under surplus, tank 40 °C and room −2 K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2026-10-24T16:25:10Z</dcterms:created>
  <dcterms:modified xsi:type="dcterms:W3CDTF">2026-10-24T16:25:10Z</dcterms:modified>
</cp:coreProperties>
</file>