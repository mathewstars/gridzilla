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331f7b-bf0b-a477-304a-ac3fcc1c12d8}">
          <p14:sldIdLst>
            <p14:sldId id="256"/>
          </p14:sldIdLst>
        </p14:section>
        <p14:section name="Why" id="{7edc2212-c46d-cf69-f536-033ed9d1397c}">
          <p14:sldIdLst>
            <p14:sldId id="257"/>
          </p14:sldIdLst>
        </p14:section>
        <p14:section name="What" id="{8384c3c5-e21c-57ab-da44-b7b9583da458}">
          <p14:sldIdLst>
            <p14:sldId id="258"/>
          </p14:sldIdLst>
        </p14:section>
        <p14:section name="Demo" id="{a2cc7b3e-a988-31db-aa07-38432b121cf6}">
          <p14:sldIdLst>
            <p14:sldId id="260"/>
          </p14:sldIdLst>
        </p14:section>
        <p14:section name="Close" id="{288f01a1-f12f-01e6-feed-5ee2a7ce6b68}">
          <p14:sldIdLst>
            <p14:sldId id="262"/>
          </p14:sldIdLst>
        </p14:section>
        <p14:section name="Appendix" id="{8d5d9949-cdfa-4e7b-7903-06772bfbf7aa}">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After the hard cut,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signed message. The operator says: this street, next three hours, take at most three kilowatts per house. Never discharge now, never a setting. The house decides how: battery first, car second, hot water third. The owner's limits always win. If the operator goes silent, every house is back to normal in two minutes. The meter checks it, the meter pays it. An AI proposes every fifteen minutes, thirty lines of rules decide, the platform 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2026-10-24T13:35:41Z</dcterms:created>
  <dcterms:modified xsi:type="dcterms:W3CDTF">2026-10-24T13:35:41Z</dcterms:modified>
</cp:coreProperties>
</file>