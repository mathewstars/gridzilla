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954e5b-e057-169c-6952-41363f90d073}">
          <p14:sldIdLst>
            <p14:sldId id="256"/>
          </p14:sldIdLst>
        </p14:section>
        <p14:section name="Why" id="{cea874c9-5947-dff8-d3c5-8003f0d544fe}">
          <p14:sldIdLst>
            <p14:sldId id="257"/>
          </p14:sldIdLst>
        </p14:section>
        <p14:section name="What" id="{5cb85d9d-e729-616f-c9d0-5cee246e7218}">
          <p14:sldIdLst>
            <p14:sldId id="258"/>
          </p14:sldIdLst>
        </p14:section>
        <p14:section name="Demo" id="{e9fa17a4-4974-e592-aed6-d2efe7a7f84a}">
          <p14:sldIdLst>
            <p14:sldId id="260"/>
          </p14:sldIdLst>
        </p14:section>
        <p14:section name="Close" id="{d5389698-1233-0380-35ed-2388214624da}">
          <p14:sldIdLst>
            <p14:sldId id="262"/>
          </p14:sldIdLst>
        </p14:section>
        <p14:section name="Appendix" id="{5c2854f8-5d4c-9148-a919-f8d285c7efce}">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2026-10-24T16:11:47Z</dcterms:created>
  <dcterms:modified xsi:type="dcterms:W3CDTF">2026-10-24T16:11:47Z</dcterms:modified>
</cp:coreProperties>
</file>