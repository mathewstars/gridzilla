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2a3ed72-85f8-0d01-b981-a3f4b5d29541}">
          <p14:sldIdLst>
            <p14:sldId id="256"/>
          </p14:sldIdLst>
        </p14:section>
        <p14:section name="Why" id="{bb9d798c-40d1-27e4-73c4-6b61d837bd65}">
          <p14:sldIdLst>
            <p14:sldId id="257"/>
          </p14:sldIdLst>
        </p14:section>
        <p14:section name="What" id="{da90715f-609a-e71a-28a8-7fc6142c2b05}">
          <p14:sldIdLst>
            <p14:sldId id="258"/>
          </p14:sldIdLst>
        </p14:section>
        <p14:section name="Demo" id="{023f73ae-d18f-84fd-b3ce-d28296099df0}">
          <p14:sldIdLst>
            <p14:sldId id="260"/>
          </p14:sldIdLst>
        </p14:section>
        <p14:section name="Close" id="{140ce423-bca5-c292-f518-a5bc4ff3303c}">
          <p14:sldIdLst>
            <p14:sldId id="262"/>
          </p14:sldIdLst>
        </p14:section>
        <p14:section name="Appendix" id="{1397f751-5062-af96-d08d-337ef757932a}">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2026-10-24T16:15:43Z</dcterms:created>
  <dcterms:modified xsi:type="dcterms:W3CDTF">2026-10-24T16:15:43Z</dcterms:modified>
</cp:coreProperties>
</file>